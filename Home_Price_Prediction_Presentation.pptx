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Home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Georgia"/>
              </a:defRPr>
            </a:pPr>
            <a:r>
              <a:t>Machine Learning for Real Estate Valuation</a:t>
            </a:r>
            <a:br/>
            <a:r>
              <a:t>Rutgers University •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Objective: Predict home prices with 85%+ accuracy (R² score)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Data: NJ MLS real estate transactions (January - August 2025)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72,611 total properties • 58,088 training • 14,523 testing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451 features including location, property details, and amenities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Chronological train/test split (months 1-7 / month 8)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Benchmark to beat: Steph's Random Forest at 88.4% R²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Data Pipeline: Load → Clean → Feature Engineer → Train → Evaluate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Feature Engineering: Sanitized names, building age, geographic encoding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Leakage Prevention: Removed ListPrice, CloseDate, agent/office info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Models Tested: Linear Regression, Ridge, Lasso, Random Forest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Advanced Models: XGBoost, LightGBM, CatBoost, Neural Networks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Ensemble Methods: Voting, Stacking, Weighted Blending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Hyperparameter Tuning: 3-stage RandomizedSearchCV with GPU acceleration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XGBoost GPU-Accelerated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Stage 1: Broad search (20 iterations, CV=3) over wide parameter ranges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Stage 2: Refined search (25 iterations) around best parameters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Stage 3: Final training with 2000 estimators + early stopping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GPU Acceleration: device='cuda' for 10-15x speedup on Amarel cluster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Key Parameters: learning_rate, max_depth, subsample, colsample_bytree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Regularization: reg_alpha (L1), reg_lambda (L2), gamma (min split loss)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Early Stopping: 50 rounds patience to prevent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Model Performance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67EEA"/>
                </a:solidFill>
                <a:latin typeface="Georgia"/>
              </a:defRPr>
            </a:pPr>
            <a:r>
              <a:t>89.7%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8"/>
                </a:solidFill>
                <a:latin typeface="Georgia"/>
              </a:defRPr>
            </a:pPr>
            <a:r>
              <a:t>Test R²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67EEA"/>
                </a:solidFill>
                <a:latin typeface="Georgia"/>
              </a:defRPr>
            </a:pPr>
            <a:r>
              <a:t>$172,978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8"/>
                </a:solidFill>
                <a:latin typeface="Georgia"/>
              </a:defRPr>
            </a:pPr>
            <a:r>
              <a:t>RMSE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67EEA"/>
                </a:solidFill>
                <a:latin typeface="Georgia"/>
              </a:defRPr>
            </a:pPr>
            <a:r>
              <a:t>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8"/>
                </a:solidFill>
                <a:latin typeface="Georgia"/>
              </a:defRPr>
            </a:pPr>
            <a:r>
              <a:t>Train R²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764BA2"/>
                </a:solidFill>
                <a:latin typeface="Georgia"/>
              </a:defRPr>
            </a:pPr>
            <a:r>
              <a:t>58,088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Georgia"/>
              </a:defRPr>
            </a:pPr>
            <a:r>
              <a:t>Training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764BA2"/>
                </a:solidFill>
                <a:latin typeface="Georgia"/>
              </a:defRPr>
            </a:pPr>
            <a:r>
              <a:t>14,523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34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Georgia"/>
              </a:defRPr>
            </a:pPr>
            <a:r>
              <a:t>Test Samples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65760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764BA2"/>
                </a:solidFill>
                <a:latin typeface="Georgia"/>
              </a:defRPr>
            </a:pPr>
            <a:r>
              <a:t>451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Georgia"/>
              </a:defRPr>
            </a:pPr>
            <a:r>
              <a:t>Features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XGBoost (GPU-Tuned): 89.7% R² ✓ TARGET ACHIEVED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Random Forest Baseline: 88.4% R² (Steph's benchmark)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Ridge Regression: 81.3% R²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Lasso Regression: 81.3% R²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Linear Regression: 81.3% R²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Improvement over Linear: +8.4 percentage points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Improvement over Steph: +1.3 percentage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Top Predictive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Living Area (sq ft) - Most important predictor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Building Age - Derived from YearBuilt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Geographic Location - City, County, Postal Code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Bedrooms &amp; Bathrooms - Core property attributes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Garage Spaces - Storage and parking value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Property Type - Single Family, Condo, Multi-Family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School District - Major factor in home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Python 3.10+ with scikit-learn, XGBoost, LightGBM, CatBoost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GPU: NVIDIA CUDA via device='cuda' on Amarel cluster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Data Processing: pandas, numpy for 72K+ records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Visualization: matplotlib, seaborn, plotly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Web App: Streamlit for interactive predictions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Notebooks: Jupyter for reproducible analysis pipeline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Version Control: Git for code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Challenge: Large dataset (72K records × 451 features)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Solution: GPU acceleration + efficient data loading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Challenge: Data leakage from price-related features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Solution: Careful feature removal (ListPrice, CloseDate)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Challenge: Hyperparameter space too large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Solution: 3-stage tuning (broad → refined → final)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Challenge: Model overfitting (99.5% train R²)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Solution: Early stopping + regularization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Feature Engineering: Add more derived features (price/sqft ratios)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Ensemble Optimization: Tune voting/stacking weights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Deep Learning: Explore neural networks for non-linear patterns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Time Series: Add temporal features for market trends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External Data: Incorporate economic indicators, interest rates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Deployment: Scale web app for production use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Monitoring: Track model drift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Successfully achieved 89.7% R² on test set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Exceeded 85% target and beat Steph's 88.4% baseline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RMSE of $172,978 - average prediction error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XGBoost with GPU tuning proved most effective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Clean, reproducible pipeline for future updates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Web application ready for interactive predictions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Georgia"/>
              </a:defRPr>
            </a:pPr>
            <a:r>
              <a:t>• Foundation for production real estate valuation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  <a:br/>
            <a:br/>
            <a:r>
              <a:t>Home Price Prediction Project • Rutgers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